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5295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5506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2762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6638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334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9234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686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980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08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093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5592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36225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1928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5351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0026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99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9318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31608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033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9723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5456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7828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49938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64990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87754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243277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7023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69CFE-F4BE-FBCE-299D-22F8983E4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9FEF8-624E-833B-B980-AEDFCA457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0137F-64B3-D588-58A1-A4E471AA3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8BDDE-CCB7-23BF-7A10-6FAB9C49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11E53-C8FF-2F9D-2386-6F4B637A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64923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2DD1C-B085-7469-7326-5B8E52DB9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160AC-9ECD-3C67-3ABC-251259C5A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3BF6E-C02C-3D73-266B-75978A2E2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58E2B-25F3-38DA-5A37-A73F2D92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7D226-4FD1-25FC-3520-EA559168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1129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B7EBA67D-E739-4EA7-8544-0053822026CD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73354018-9C9E-4CE0-A0A8-E8CAE5DD48A8}" type="slidenum">
              <a:rPr lang="en-ID" smtClean="0"/>
              <a:t>‹#›</a:t>
            </a:fld>
            <a:endParaRPr lang="en-ID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861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kaggle.com/datasets/gauravtopre/bank-customer-churn-datase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9FCD-3A98-B287-2A03-D48EEF2BA1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Deep Learning Session 1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968A2-1BD9-9DB4-1B28-93222CDBBC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Neural Network Foundations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10388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6021-EDA7-D044-41C4-575FC10FA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neural network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0DE57-9858-7BFF-EC3F-FCF0518E5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1469"/>
            <a:ext cx="10515600" cy="440834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Neural Network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bagian</a:t>
            </a:r>
            <a:r>
              <a:rPr lang="en-US" sz="2400" dirty="0"/>
              <a:t> </a:t>
            </a:r>
            <a:r>
              <a:rPr lang="en-US" sz="2400" dirty="0" err="1"/>
              <a:t>penting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machine learning yang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dibilang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otak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model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Perceptron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bagian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Neural Network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anggap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saraf</a:t>
            </a:r>
            <a:r>
              <a:rPr lang="en-US" sz="2400" dirty="0"/>
              <a:t> yang </a:t>
            </a:r>
            <a:r>
              <a:rPr lang="en-US" sz="2400" dirty="0" err="1"/>
              <a:t>menerima</a:t>
            </a:r>
            <a:r>
              <a:rPr lang="en-US" sz="2400" dirty="0"/>
              <a:t> input dan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memprosesnya</a:t>
            </a:r>
            <a:r>
              <a:rPr lang="en-US" sz="2400" dirty="0"/>
              <a:t> </a:t>
            </a:r>
            <a:r>
              <a:rPr lang="en-US" sz="2400" dirty="0" err="1"/>
              <a:t>nanti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weight dan bias </a:t>
            </a:r>
            <a:r>
              <a:rPr lang="en-US" sz="2400" dirty="0" err="1"/>
              <a:t>lalu</a:t>
            </a:r>
            <a:r>
              <a:rPr lang="en-US" sz="2400" dirty="0"/>
              <a:t> </a:t>
            </a:r>
            <a:r>
              <a:rPr lang="en-US" sz="2400" dirty="0" err="1"/>
              <a:t>diaktivasi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 err="1"/>
              <a:t>aktivasinya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Weight: parameter yang </a:t>
            </a:r>
            <a:r>
              <a:rPr lang="en-US" sz="2400" dirty="0" err="1"/>
              <a:t>diubah-ubah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mengatur</a:t>
            </a:r>
            <a:r>
              <a:rPr lang="en-US" sz="2400" dirty="0"/>
              <a:t> </a:t>
            </a:r>
            <a:r>
              <a:rPr lang="en-US" sz="2400" dirty="0" err="1"/>
              <a:t>kemiringan</a:t>
            </a:r>
            <a:r>
              <a:rPr lang="en-US" sz="2400" dirty="0"/>
              <a:t> pada decision boundary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efek</a:t>
            </a:r>
            <a:r>
              <a:rPr lang="en-US" sz="2400" dirty="0"/>
              <a:t> input </a:t>
            </a:r>
            <a:r>
              <a:rPr lang="en-US" sz="2400" dirty="0" err="1"/>
              <a:t>terhadap</a:t>
            </a:r>
            <a:r>
              <a:rPr lang="en-US" sz="2400" dirty="0"/>
              <a:t> output yang </a:t>
            </a:r>
            <a:r>
              <a:rPr lang="en-US" sz="2400" dirty="0" err="1"/>
              <a:t>dihasilkan</a:t>
            </a:r>
            <a:r>
              <a:rPr lang="en-US" sz="2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Bias: </a:t>
            </a:r>
            <a:r>
              <a:rPr lang="en-US" sz="2400" dirty="0" err="1"/>
              <a:t>untuk</a:t>
            </a:r>
            <a:r>
              <a:rPr lang="en-US" sz="2400" dirty="0"/>
              <a:t> adjust input </a:t>
            </a:r>
            <a:r>
              <a:rPr lang="en-US" sz="2400" dirty="0" err="1"/>
              <a:t>dengan</a:t>
            </a:r>
            <a:r>
              <a:rPr lang="en-US" sz="2400" dirty="0"/>
              <a:t> weight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menggeser</a:t>
            </a:r>
            <a:r>
              <a:rPr lang="en-US" sz="2400" dirty="0"/>
              <a:t> decision boundary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atas</a:t>
            </a:r>
            <a:r>
              <a:rPr lang="en-US" sz="2400" dirty="0"/>
              <a:t>, kiri, </a:t>
            </a:r>
            <a:r>
              <a:rPr lang="en-US" sz="2400" dirty="0" err="1"/>
              <a:t>kanan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bawah</a:t>
            </a:r>
            <a:r>
              <a:rPr lang="en-US" sz="2400" dirty="0"/>
              <a:t> </a:t>
            </a:r>
            <a:r>
              <a:rPr lang="en-US" sz="2400" dirty="0" err="1"/>
              <a:t>jadi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fleksibel</a:t>
            </a:r>
            <a:r>
              <a:rPr lang="en-US" sz="2400" dirty="0"/>
              <a:t> dan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lewat</a:t>
            </a:r>
            <a:r>
              <a:rPr lang="en-US" sz="2400" dirty="0"/>
              <a:t> (0, 0) </a:t>
            </a:r>
          </a:p>
        </p:txBody>
      </p:sp>
    </p:spTree>
    <p:extLst>
      <p:ext uri="{BB962C8B-B14F-4D97-AF65-F5344CB8AC3E}">
        <p14:creationId xmlns:p14="http://schemas.microsoft.com/office/powerpoint/2010/main" val="4159458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30366-6413-3333-52E6-83FA35528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F20FEE-048F-0CA6-032D-BCB0A28092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78873"/>
            <a:ext cx="10744681" cy="55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709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1948B-17F9-1AEE-ED32-31E4BDD72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>
            <a:normAutofit/>
          </a:bodyPr>
          <a:lstStyle/>
          <a:p>
            <a:r>
              <a:rPr lang="en-US" dirty="0"/>
              <a:t>Activation </a:t>
            </a:r>
            <a:br>
              <a:rPr lang="en-US" dirty="0"/>
            </a:br>
            <a:r>
              <a:rPr lang="en-US" dirty="0"/>
              <a:t>function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17D425-4B0C-3930-C3AB-B1D4E3A34C7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692424" y="841248"/>
            <a:ext cx="6209158" cy="51846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24782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C04355-D30B-0373-F7CC-5B077CB85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6494" b="-7112"/>
          <a:stretch>
            <a:fillRect/>
          </a:stretch>
        </p:blipFill>
        <p:spPr>
          <a:xfrm>
            <a:off x="719328" y="0"/>
            <a:ext cx="10780776" cy="6705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9075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3541D4-3A8F-3058-C772-69D43E2171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9599" y="278460"/>
            <a:ext cx="8172801" cy="630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844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F4635-F9CC-EB9B-8B43-BAA2EA1A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Dropout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2A26D0-B3A2-6834-4808-0F2731AFD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1502" y="1960418"/>
            <a:ext cx="10368995" cy="367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397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B72C2-66E5-466A-1CC9-946D8D07B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754" y="0"/>
            <a:ext cx="10741152" cy="1132258"/>
          </a:xfrm>
        </p:spPr>
        <p:txBody>
          <a:bodyPr/>
          <a:lstStyle/>
          <a:p>
            <a:r>
              <a:rPr lang="en-US" dirty="0"/>
              <a:t>Loss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65930-C111-088A-EA75-484285BF8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754" y="1292919"/>
            <a:ext cx="5562246" cy="5343408"/>
          </a:xfrm>
        </p:spPr>
        <p:txBody>
          <a:bodyPr>
            <a:normAutofit fontScale="925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Perhitungan</a:t>
            </a:r>
            <a:r>
              <a:rPr lang="en-US" sz="2800" dirty="0"/>
              <a:t> </a:t>
            </a:r>
            <a:r>
              <a:rPr lang="en-US" sz="2800" dirty="0" err="1"/>
              <a:t>hasil</a:t>
            </a:r>
            <a:r>
              <a:rPr lang="en-US" sz="2800" dirty="0"/>
              <a:t> </a:t>
            </a:r>
            <a:r>
              <a:rPr lang="en-US" sz="2800" dirty="0" err="1"/>
              <a:t>prediksi</a:t>
            </a:r>
            <a:r>
              <a:rPr lang="en-US" sz="2800" dirty="0"/>
              <a:t> model </a:t>
            </a:r>
            <a:r>
              <a:rPr lang="en-US" sz="2800" dirty="0" err="1"/>
              <a:t>dengan</a:t>
            </a:r>
            <a:r>
              <a:rPr lang="en-US" sz="2800" dirty="0"/>
              <a:t> output yang </a:t>
            </a:r>
            <a:r>
              <a:rPr lang="en-US" sz="2800" dirty="0" err="1"/>
              <a:t>sesungguhnya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mengubah</a:t>
            </a:r>
            <a:r>
              <a:rPr lang="en-US" sz="2800" dirty="0"/>
              <a:t> weight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mengurangi</a:t>
            </a:r>
            <a:r>
              <a:rPr lang="en-US" sz="2800" dirty="0"/>
              <a:t> loss di iteration </a:t>
            </a:r>
            <a:r>
              <a:rPr lang="en-US" sz="2800" dirty="0" err="1"/>
              <a:t>selanjutnya</a:t>
            </a:r>
            <a:r>
              <a:rPr lang="en-US" sz="28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Loss function:</a:t>
            </a:r>
          </a:p>
          <a:p>
            <a:pPr marL="960120" lvl="1" indent="-457200">
              <a:buFont typeface="Arial" panose="020B0604020202020204" pitchFamily="34" charset="0"/>
              <a:buChar char="•"/>
            </a:pPr>
            <a:r>
              <a:rPr lang="en-US" sz="2600" dirty="0"/>
              <a:t>Binary Cross Entropy </a:t>
            </a:r>
            <a:r>
              <a:rPr lang="en-US" sz="2600" dirty="0">
                <a:sym typeface="Wingdings" panose="05000000000000000000" pitchFamily="2" charset="2"/>
              </a:rPr>
              <a:t> True/False </a:t>
            </a:r>
            <a:endParaRPr lang="en-US" sz="2600" dirty="0"/>
          </a:p>
          <a:p>
            <a:pPr marL="960120" lvl="1" indent="-457200">
              <a:buFont typeface="Arial" panose="020B0604020202020204" pitchFamily="34" charset="0"/>
              <a:buChar char="•"/>
            </a:pPr>
            <a:r>
              <a:rPr lang="en-US" sz="2600" dirty="0"/>
              <a:t>Categorical Cross Entropy </a:t>
            </a:r>
            <a:r>
              <a:rPr lang="en-US" sz="2600" dirty="0">
                <a:sym typeface="Wingdings" panose="05000000000000000000" pitchFamily="2" charset="2"/>
              </a:rPr>
              <a:t> Data </a:t>
            </a:r>
            <a:r>
              <a:rPr lang="en-US" sz="2600" dirty="0" err="1">
                <a:sym typeface="Wingdings" panose="05000000000000000000" pitchFamily="2" charset="2"/>
              </a:rPr>
              <a:t>lebih</a:t>
            </a:r>
            <a:r>
              <a:rPr lang="en-US" sz="2600" dirty="0">
                <a:sym typeface="Wingdings" panose="05000000000000000000" pitchFamily="2" charset="2"/>
              </a:rPr>
              <a:t> </a:t>
            </a:r>
            <a:r>
              <a:rPr lang="en-US" sz="2600" dirty="0" err="1">
                <a:sym typeface="Wingdings" panose="05000000000000000000" pitchFamily="2" charset="2"/>
              </a:rPr>
              <a:t>dari</a:t>
            </a:r>
            <a:r>
              <a:rPr lang="en-US" sz="2600" dirty="0">
                <a:sym typeface="Wingdings" panose="05000000000000000000" pitchFamily="2" charset="2"/>
              </a:rPr>
              <a:t> 2 &amp; </a:t>
            </a:r>
            <a:r>
              <a:rPr lang="en-US" sz="2600" dirty="0" err="1">
                <a:sym typeface="Wingdings" panose="05000000000000000000" pitchFamily="2" charset="2"/>
              </a:rPr>
              <a:t>sudah</a:t>
            </a:r>
            <a:r>
              <a:rPr lang="en-US" sz="2600" dirty="0">
                <a:sym typeface="Wingdings" panose="05000000000000000000" pitchFamily="2" charset="2"/>
              </a:rPr>
              <a:t> di one-hot encoding</a:t>
            </a:r>
            <a:endParaRPr lang="en-US" sz="2600" dirty="0"/>
          </a:p>
          <a:p>
            <a:pPr marL="960120" lvl="1" indent="-457200">
              <a:buFont typeface="Arial" panose="020B0604020202020204" pitchFamily="34" charset="0"/>
              <a:buChar char="•"/>
            </a:pPr>
            <a:r>
              <a:rPr lang="en-US" sz="2600" dirty="0"/>
              <a:t>Sparse Categorical Cross Entropy </a:t>
            </a:r>
            <a:r>
              <a:rPr lang="en-US" sz="2600" dirty="0">
                <a:sym typeface="Wingdings" panose="05000000000000000000" pitchFamily="2" charset="2"/>
              </a:rPr>
              <a:t> </a:t>
            </a:r>
            <a:r>
              <a:rPr lang="en-US" sz="2600" dirty="0" err="1">
                <a:sym typeface="Wingdings" panose="05000000000000000000" pitchFamily="2" charset="2"/>
              </a:rPr>
              <a:t>belum</a:t>
            </a:r>
            <a:r>
              <a:rPr lang="en-US" sz="2600" dirty="0">
                <a:sym typeface="Wingdings" panose="05000000000000000000" pitchFamily="2" charset="2"/>
              </a:rPr>
              <a:t> di one-hot encoding</a:t>
            </a:r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F6F427-F861-E65C-8EF9-57A09B326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858" y="1716186"/>
            <a:ext cx="5924142" cy="331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0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8133-5AF1-CDFB-AF44-AAC92FFCB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One-hot encoding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B0ED0C-C132-5A67-B42C-2B38EE156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811" y="2085109"/>
            <a:ext cx="10918378" cy="346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134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AA727-A99E-695D-86B1-36BCD0323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used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C6DEC-497E-70C1-5E7D-290F85289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Link: </a:t>
            </a:r>
            <a:r>
              <a:rPr lang="en-ID" sz="2400" dirty="0">
                <a:hlinkClick r:id="rId2"/>
              </a:rPr>
              <a:t>Bank Customer Churn Dataset</a:t>
            </a:r>
            <a:endParaRPr lang="en-ID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BB1459-8433-7CA5-7B1A-893248586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018" y="2239101"/>
            <a:ext cx="8361872" cy="4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2724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60</TotalTime>
  <Words>172</Words>
  <Application>Microsoft Office PowerPoint</Application>
  <PresentationFormat>Widescreen</PresentationFormat>
  <Paragraphs>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Felix Titling</vt:lpstr>
      <vt:lpstr>Goudy Old Style</vt:lpstr>
      <vt:lpstr>Wingdings</vt:lpstr>
      <vt:lpstr>Archway</vt:lpstr>
      <vt:lpstr>Deep Learning Session 1</vt:lpstr>
      <vt:lpstr>Introduction to neural network</vt:lpstr>
      <vt:lpstr>PowerPoint Presentation</vt:lpstr>
      <vt:lpstr>Activation  function</vt:lpstr>
      <vt:lpstr>PowerPoint Presentation</vt:lpstr>
      <vt:lpstr>PowerPoint Presentation</vt:lpstr>
      <vt:lpstr>Dropout</vt:lpstr>
      <vt:lpstr>Loss</vt:lpstr>
      <vt:lpstr>One-hot encoding</vt:lpstr>
      <vt:lpstr>Dataset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JOSEPH WIJAYA</dc:creator>
  <cp:lastModifiedBy>SAMUEL JOSEPH WIJAYA</cp:lastModifiedBy>
  <cp:revision>3</cp:revision>
  <dcterms:created xsi:type="dcterms:W3CDTF">2026-09-06T23:46:11Z</dcterms:created>
  <dcterms:modified xsi:type="dcterms:W3CDTF">2026-09-07T00:46:21Z</dcterms:modified>
</cp:coreProperties>
</file>